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A693-AC1A-7D41-FA85-5797A8348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E5662-B5D3-52A8-CB6E-0C854A991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80769-9AC6-ED9F-E2AA-8758468B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5B23E-B6F9-6C9D-0E1B-8F35E1C3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9DF63-C57E-B89B-4798-9516B604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23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E45C-7FF7-AB73-1B14-7CFCF9CE3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3E1E3-F0F0-7E8C-B437-447B4B5B8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B333C-401F-E5A5-A81B-F884849DB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FB5E3-210A-AF78-F092-F79AB993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B2F00-ACF9-5A95-6596-37CBDC98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81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34DA-2D32-3E60-3764-A83B19A5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CCECF-DE94-F2C9-F405-9B6FE372A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E1D88-5B36-4EFF-0260-18302FC2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83942-4E7A-DEF5-9DF0-7D8F081C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1981E-3847-B963-C618-36BFBC0D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74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16E1-B2DD-5B89-3E40-D7CC18473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1912-D17A-23F8-DB52-51636BFE1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539D2-FC55-CEFA-BD30-CD12AAD0E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41974-E723-01F4-E59F-00A3C1F9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81B19-F962-34FA-A8B1-57E60AD8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DADFC-FE50-F565-FD1F-5806596F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349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2727-569F-5352-4DFD-DB3D6AF5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9AE75-FE82-B3A1-D330-3FC76A320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C7E49-5220-30F5-2C49-2F258D349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36389-3F2D-5230-0645-3221B4EED0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40E71-ACE6-1A73-A39B-BA07089AA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65329-1CED-1888-6C88-252459C6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FE7732-1BAA-1A41-82CD-B2AE907BD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09889-CD9A-368B-A36C-D6B3EA0C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1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09AB-D919-2EA9-ED46-E389EDE3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06238-D840-A61F-0340-CEE03180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78AA3-630E-3C38-28F6-72C99ECC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127DB-0447-509C-6699-CFB553FC1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93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E6A95-5862-A893-9513-53786AEB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1387A-1BBE-6B7A-304A-BC4D1B93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DBDAE-4DDF-FD32-AF2A-3B0E427B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22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7611-3EB1-04DF-E8C3-E5F16156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2D400-52A7-B05F-4D92-B18BFDD94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BA9CE-BB0F-264B-C9D8-7D38DF704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3740D-DF6B-4D02-5859-5AF43ED7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E895F-2F0D-D962-3974-6752D32B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24B65-2AFB-1ED4-2A62-31880E27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32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EE2C-2555-087A-5589-15EA74B0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2AFAC-3939-3E1B-96C3-FB84B5ED3A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7E904-73A0-544E-2AFE-73A6197B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0BF64-4D50-7CB3-E8AB-9067D8A72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1E0AA-F7A8-9F08-0ACA-98756230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F5F71-D24A-16D6-D74B-68421035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597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53503-2E75-299F-78E8-D1BCCEE23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9B516E-C4CC-4D55-7908-FD9154BCC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F7C3-ED4E-61AB-D164-A0C6F2AE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57E81-4065-3B9D-2099-FBB9ABD0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3326A-DD59-341E-0DB8-C9FC53F0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15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B9F0BB-119B-E7C8-D15D-A10DB8816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47912-F8AE-CDE4-71D8-108A2BCED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66C3C-211C-81EC-CE10-7325FC6E9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9D8DE-712F-555C-A761-77A128EB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A1C1D-9C40-5D53-1A5B-BD4F55A9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18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F6E47E-845B-0D7F-CCB2-B95B79FEA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0B723-88F1-17F3-5785-8F0071DA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E348E-A285-0DF5-59B9-3E77E7EE7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C4FE1-2727-44AA-BEE4-54B83DCA0AE3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F01BE-77D5-BD56-94BB-4AE34860D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1A841-AE2F-481B-116B-6E1E73F80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D3095-D244-4C53-AAAD-F4B897B35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49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FDB7E5-EB7B-FFAF-11E7-D329B1E3E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7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B91A52-10AF-81EF-90A0-5998FFE16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0"/>
            <a:ext cx="7754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81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Nilay Patel</dc:creator>
  <cp:lastModifiedBy>Nilay Patel</cp:lastModifiedBy>
  <cp:revision>2</cp:revision>
  <dcterms:created xsi:type="dcterms:W3CDTF">2026-05-02T06:17:57Z</dcterms:created>
  <dcterms:modified xsi:type="dcterms:W3CDTF">2026-05-02T07:31:39Z</dcterms:modified>
</cp:coreProperties>
</file>